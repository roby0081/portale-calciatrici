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6E1673-4A03-41D5-B856-6D0BAA978D80}" v="4" dt="2026-10-06T07:24:07.7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85" autoAdjust="0"/>
    <p:restoredTop sz="94660"/>
  </p:normalViewPr>
  <p:slideViewPr>
    <p:cSldViewPr snapToGrid="0">
      <p:cViewPr varScale="1">
        <p:scale>
          <a:sx n="70" d="100"/>
          <a:sy n="70" d="100"/>
        </p:scale>
        <p:origin x="31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o Modena" userId="7ff1dab3-0c19-473f-9c29-1dab44874c84" providerId="ADAL" clId="{113580EF-F499-4883-AAEE-AE7FAB5F14F6}"/>
    <pc:docChg chg="undo custSel addSld modSld">
      <pc:chgData name="Roberto Modena" userId="7ff1dab3-0c19-473f-9c29-1dab44874c84" providerId="ADAL" clId="{113580EF-F499-4883-AAEE-AE7FAB5F14F6}" dt="2026-10-06T07:31:59.166" v="222" actId="14100"/>
      <pc:docMkLst>
        <pc:docMk/>
      </pc:docMkLst>
      <pc:sldChg chg="modSp mod">
        <pc:chgData name="Roberto Modena" userId="7ff1dab3-0c19-473f-9c29-1dab44874c84" providerId="ADAL" clId="{113580EF-F499-4883-AAEE-AE7FAB5F14F6}" dt="2026-10-06T07:24:18.826" v="212" actId="14100"/>
        <pc:sldMkLst>
          <pc:docMk/>
          <pc:sldMk cId="460228839" sldId="256"/>
        </pc:sldMkLst>
        <pc:picChg chg="mod">
          <ac:chgData name="Roberto Modena" userId="7ff1dab3-0c19-473f-9c29-1dab44874c84" providerId="ADAL" clId="{113580EF-F499-4883-AAEE-AE7FAB5F14F6}" dt="2026-10-06T07:24:18.826" v="212" actId="14100"/>
          <ac:picMkLst>
            <pc:docMk/>
            <pc:sldMk cId="460228839" sldId="256"/>
            <ac:picMk id="5" creationId="{F1D61B7C-8781-CCA1-6646-74E04722DE5B}"/>
          </ac:picMkLst>
        </pc:picChg>
      </pc:sldChg>
      <pc:sldChg chg="modSp mod">
        <pc:chgData name="Roberto Modena" userId="7ff1dab3-0c19-473f-9c29-1dab44874c84" providerId="ADAL" clId="{113580EF-F499-4883-AAEE-AE7FAB5F14F6}" dt="2026-10-06T07:24:25.375" v="214" actId="113"/>
        <pc:sldMkLst>
          <pc:docMk/>
          <pc:sldMk cId="3744920000" sldId="257"/>
        </pc:sldMkLst>
        <pc:spChg chg="mod">
          <ac:chgData name="Roberto Modena" userId="7ff1dab3-0c19-473f-9c29-1dab44874c84" providerId="ADAL" clId="{113580EF-F499-4883-AAEE-AE7FAB5F14F6}" dt="2026-10-06T07:24:25.375" v="214" actId="113"/>
          <ac:spMkLst>
            <pc:docMk/>
            <pc:sldMk cId="3744920000" sldId="257"/>
            <ac:spMk id="2" creationId="{201B3251-540B-C6DA-2874-CAE57B35D3CF}"/>
          </ac:spMkLst>
        </pc:spChg>
        <pc:spChg chg="mod">
          <ac:chgData name="Roberto Modena" userId="7ff1dab3-0c19-473f-9c29-1dab44874c84" providerId="ADAL" clId="{113580EF-F499-4883-AAEE-AE7FAB5F14F6}" dt="2026-10-06T07:23:30.407" v="188" actId="1037"/>
          <ac:spMkLst>
            <pc:docMk/>
            <pc:sldMk cId="3744920000" sldId="257"/>
            <ac:spMk id="4" creationId="{EF7F4932-3389-D7DB-1D6D-66F30CF3E806}"/>
          </ac:spMkLst>
        </pc:spChg>
        <pc:spChg chg="mod">
          <ac:chgData name="Roberto Modena" userId="7ff1dab3-0c19-473f-9c29-1dab44874c84" providerId="ADAL" clId="{113580EF-F499-4883-AAEE-AE7FAB5F14F6}" dt="2026-10-06T07:23:35.424" v="204" actId="1037"/>
          <ac:spMkLst>
            <pc:docMk/>
            <pc:sldMk cId="3744920000" sldId="257"/>
            <ac:spMk id="7" creationId="{7D38887D-D2C4-2E91-2C89-B4E5D5EF45CD}"/>
          </ac:spMkLst>
        </pc:spChg>
        <pc:spChg chg="mod">
          <ac:chgData name="Roberto Modena" userId="7ff1dab3-0c19-473f-9c29-1dab44874c84" providerId="ADAL" clId="{113580EF-F499-4883-AAEE-AE7FAB5F14F6}" dt="2026-10-06T07:23:14.439" v="170" actId="1035"/>
          <ac:spMkLst>
            <pc:docMk/>
            <pc:sldMk cId="3744920000" sldId="257"/>
            <ac:spMk id="9" creationId="{01851819-FA68-CEA5-C6F3-F5D0BEF0276A}"/>
          </ac:spMkLst>
        </pc:spChg>
        <pc:spChg chg="mod">
          <ac:chgData name="Roberto Modena" userId="7ff1dab3-0c19-473f-9c29-1dab44874c84" providerId="ADAL" clId="{113580EF-F499-4883-AAEE-AE7FAB5F14F6}" dt="2026-10-06T07:22:56.860" v="152" actId="1038"/>
          <ac:spMkLst>
            <pc:docMk/>
            <pc:sldMk cId="3744920000" sldId="257"/>
            <ac:spMk id="11" creationId="{4C1C350C-9902-79EB-E967-9ECC63A68F24}"/>
          </ac:spMkLst>
        </pc:spChg>
        <pc:spChg chg="mod">
          <ac:chgData name="Roberto Modena" userId="7ff1dab3-0c19-473f-9c29-1dab44874c84" providerId="ADAL" clId="{113580EF-F499-4883-AAEE-AE7FAB5F14F6}" dt="2026-10-06T07:22:50.516" v="141" actId="1037"/>
          <ac:spMkLst>
            <pc:docMk/>
            <pc:sldMk cId="3744920000" sldId="257"/>
            <ac:spMk id="13" creationId="{AD1DD48A-AE4E-6A3C-660C-48C9165CD30F}"/>
          </ac:spMkLst>
        </pc:spChg>
        <pc:spChg chg="mod">
          <ac:chgData name="Roberto Modena" userId="7ff1dab3-0c19-473f-9c29-1dab44874c84" providerId="ADAL" clId="{113580EF-F499-4883-AAEE-AE7FAB5F14F6}" dt="2026-10-06T07:22:36.863" v="124" actId="1037"/>
          <ac:spMkLst>
            <pc:docMk/>
            <pc:sldMk cId="3744920000" sldId="257"/>
            <ac:spMk id="15" creationId="{99A1F350-84D7-2CAF-5F80-EDF30A1E36DD}"/>
          </ac:spMkLst>
        </pc:spChg>
        <pc:picChg chg="mod">
          <ac:chgData name="Roberto Modena" userId="7ff1dab3-0c19-473f-9c29-1dab44874c84" providerId="ADAL" clId="{113580EF-F499-4883-AAEE-AE7FAB5F14F6}" dt="2026-10-06T07:21:04.316" v="102" actId="14100"/>
          <ac:picMkLst>
            <pc:docMk/>
            <pc:sldMk cId="3744920000" sldId="257"/>
            <ac:picMk id="5" creationId="{7F653DFA-886A-9E48-E5BA-4D54E7D9473F}"/>
          </ac:picMkLst>
        </pc:picChg>
      </pc:sldChg>
      <pc:sldChg chg="addSp delSp modSp new mod">
        <pc:chgData name="Roberto Modena" userId="7ff1dab3-0c19-473f-9c29-1dab44874c84" providerId="ADAL" clId="{113580EF-F499-4883-AAEE-AE7FAB5F14F6}" dt="2026-10-06T07:31:59.166" v="222" actId="14100"/>
        <pc:sldMkLst>
          <pc:docMk/>
          <pc:sldMk cId="1865332730" sldId="258"/>
        </pc:sldMkLst>
        <pc:spChg chg="del">
          <ac:chgData name="Roberto Modena" userId="7ff1dab3-0c19-473f-9c29-1dab44874c84" providerId="ADAL" clId="{113580EF-F499-4883-AAEE-AE7FAB5F14F6}" dt="2026-10-06T07:31:32.571" v="217" actId="478"/>
          <ac:spMkLst>
            <pc:docMk/>
            <pc:sldMk cId="1865332730" sldId="258"/>
            <ac:spMk id="2" creationId="{7B091BD6-8C7D-21E1-25AA-AA34689D6529}"/>
          </ac:spMkLst>
        </pc:spChg>
        <pc:spChg chg="del">
          <ac:chgData name="Roberto Modena" userId="7ff1dab3-0c19-473f-9c29-1dab44874c84" providerId="ADAL" clId="{113580EF-F499-4883-AAEE-AE7FAB5F14F6}" dt="2026-10-06T07:31:33.926" v="218" actId="478"/>
          <ac:spMkLst>
            <pc:docMk/>
            <pc:sldMk cId="1865332730" sldId="258"/>
            <ac:spMk id="3" creationId="{048F644F-D0AF-0514-31A8-AACD217C7309}"/>
          </ac:spMkLst>
        </pc:spChg>
        <pc:picChg chg="add mod">
          <ac:chgData name="Roberto Modena" userId="7ff1dab3-0c19-473f-9c29-1dab44874c84" providerId="ADAL" clId="{113580EF-F499-4883-AAEE-AE7FAB5F14F6}" dt="2026-10-06T07:31:59.166" v="222" actId="14100"/>
          <ac:picMkLst>
            <pc:docMk/>
            <pc:sldMk cId="1865332730" sldId="258"/>
            <ac:picMk id="5" creationId="{8CB49449-0A24-B54C-2627-A331C0C1D7A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14FAB-7AD7-4C12-87C1-271A81F50A8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74EA8-91B5-4843-9C0E-22DBB53DBC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61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14FAB-7AD7-4C12-87C1-271A81F50A8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74EA8-91B5-4843-9C0E-22DBB53DBC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349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14FAB-7AD7-4C12-87C1-271A81F50A8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74EA8-91B5-4843-9C0E-22DBB53DBC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182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14FAB-7AD7-4C12-87C1-271A81F50A8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74EA8-91B5-4843-9C0E-22DBB53DBC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222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14FAB-7AD7-4C12-87C1-271A81F50A8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74EA8-91B5-4843-9C0E-22DBB53DBC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837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14FAB-7AD7-4C12-87C1-271A81F50A8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74EA8-91B5-4843-9C0E-22DBB53DBC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511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14FAB-7AD7-4C12-87C1-271A81F50A8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74EA8-91B5-4843-9C0E-22DBB53DBC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799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14FAB-7AD7-4C12-87C1-271A81F50A8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74EA8-91B5-4843-9C0E-22DBB53DBC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879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14FAB-7AD7-4C12-87C1-271A81F50A8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74EA8-91B5-4843-9C0E-22DBB53DBC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62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14FAB-7AD7-4C12-87C1-271A81F50A8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74EA8-91B5-4843-9C0E-22DBB53DBC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683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14FAB-7AD7-4C12-87C1-271A81F50A8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74EA8-91B5-4843-9C0E-22DBB53DBC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214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414FAB-7AD7-4C12-87C1-271A81F50A8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E74EA8-91B5-4843-9C0E-22DBB53DBC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220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F1D61B7C-8781-CCA1-6646-74E04722DE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1" r="674"/>
          <a:stretch>
            <a:fillRect/>
          </a:stretch>
        </p:blipFill>
        <p:spPr>
          <a:xfrm>
            <a:off x="423081" y="223838"/>
            <a:ext cx="6059606" cy="950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228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31809-2C9B-CBAD-D5B5-85A7B35A0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7F653DFA-886A-9E48-E5BA-4D54E7D947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1" r="674"/>
          <a:stretch>
            <a:fillRect/>
          </a:stretch>
        </p:blipFill>
        <p:spPr>
          <a:xfrm>
            <a:off x="395785" y="223838"/>
            <a:ext cx="6086902" cy="9509238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201B3251-540B-C6DA-2874-CAE57B35D3CF}"/>
              </a:ext>
            </a:extLst>
          </p:cNvPr>
          <p:cNvSpPr txBox="1"/>
          <p:nvPr/>
        </p:nvSpPr>
        <p:spPr>
          <a:xfrm>
            <a:off x="1378655" y="2203504"/>
            <a:ext cx="4906136" cy="430887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anchor="ctr">
            <a:spAutoFit/>
          </a:bodyPr>
          <a:lstStyle/>
          <a:p>
            <a:r>
              <a:rPr lang="en-US" sz="2800" dirty="0">
                <a:latin typeface="Segoe UI" panose="020B0502040204020203" pitchFamily="34" charset="0"/>
                <a:cs typeface="Segoe UI" panose="020B0502040204020203" pitchFamily="34" charset="0"/>
              </a:rPr>
              <a:t>Recupero estremamente scarso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F7F4932-3389-D7DB-1D6D-66F30CF3E806}"/>
              </a:ext>
            </a:extLst>
          </p:cNvPr>
          <p:cNvSpPr txBox="1"/>
          <p:nvPr/>
        </p:nvSpPr>
        <p:spPr>
          <a:xfrm>
            <a:off x="1405952" y="3286954"/>
            <a:ext cx="4401048" cy="430887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2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Recupero molto scarso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D38887D-D2C4-2E91-2C89-B4E5D5EF45CD}"/>
              </a:ext>
            </a:extLst>
          </p:cNvPr>
          <p:cNvSpPr txBox="1"/>
          <p:nvPr/>
        </p:nvSpPr>
        <p:spPr>
          <a:xfrm>
            <a:off x="1405952" y="4353755"/>
            <a:ext cx="4401048" cy="430887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2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Recupero scarso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01851819-FA68-CEA5-C6F3-F5D0BEF0276A}"/>
              </a:ext>
            </a:extLst>
          </p:cNvPr>
          <p:cNvSpPr txBox="1"/>
          <p:nvPr/>
        </p:nvSpPr>
        <p:spPr>
          <a:xfrm>
            <a:off x="1405952" y="5420556"/>
            <a:ext cx="4401048" cy="430887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2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Recupero ragionevole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4C1C350C-9902-79EB-E967-9ECC63A68F24}"/>
              </a:ext>
            </a:extLst>
          </p:cNvPr>
          <p:cNvSpPr txBox="1"/>
          <p:nvPr/>
        </p:nvSpPr>
        <p:spPr>
          <a:xfrm>
            <a:off x="1392307" y="6460061"/>
            <a:ext cx="4401048" cy="430887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2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Recupero buono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D1DD48A-AE4E-6A3C-660C-48C9165CD30F}"/>
              </a:ext>
            </a:extLst>
          </p:cNvPr>
          <p:cNvSpPr txBox="1"/>
          <p:nvPr/>
        </p:nvSpPr>
        <p:spPr>
          <a:xfrm>
            <a:off x="1405952" y="7512187"/>
            <a:ext cx="4401048" cy="4320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2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Recupero molto buono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9A1F350-84D7-2CAF-5F80-EDF30A1E36DD}"/>
              </a:ext>
            </a:extLst>
          </p:cNvPr>
          <p:cNvSpPr txBox="1"/>
          <p:nvPr/>
        </p:nvSpPr>
        <p:spPr>
          <a:xfrm>
            <a:off x="1405951" y="8600434"/>
            <a:ext cx="5001672" cy="430887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280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Recupero estremamente buono</a:t>
            </a:r>
          </a:p>
        </p:txBody>
      </p:sp>
    </p:spTree>
    <p:extLst>
      <p:ext uri="{BB962C8B-B14F-4D97-AF65-F5344CB8AC3E}">
        <p14:creationId xmlns:p14="http://schemas.microsoft.com/office/powerpoint/2010/main" val="3744920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8CB49449-0A24-B54C-2627-A331C0C1D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046"/>
            <a:ext cx="6857999" cy="9247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3327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Tema di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i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18</Words>
  <Application>Microsoft Office PowerPoint</Application>
  <PresentationFormat>A4 (21x29,7 cm)</PresentationFormat>
  <Paragraphs>7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Segoe UI</vt:lpstr>
      <vt:lpstr>Tema di Office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Roberto Modena</dc:creator>
  <cp:lastModifiedBy>Roberto Modena</cp:lastModifiedBy>
  <cp:revision>1</cp:revision>
  <dcterms:created xsi:type="dcterms:W3CDTF">2026-10-05T14:49:58Z</dcterms:created>
  <dcterms:modified xsi:type="dcterms:W3CDTF">2026-10-06T07:32:06Z</dcterms:modified>
</cp:coreProperties>
</file>